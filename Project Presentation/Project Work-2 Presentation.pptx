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83" r:id="rId6"/>
    <p:sldId id="411" r:id="rId7"/>
    <p:sldId id="412" r:id="rId8"/>
    <p:sldId id="391" r:id="rId9"/>
    <p:sldId id="413" r:id="rId10"/>
    <p:sldId id="414" r:id="rId11"/>
    <p:sldId id="408" r:id="rId12"/>
    <p:sldId id="415" r:id="rId13"/>
    <p:sldId id="416" r:id="rId14"/>
    <p:sldId id="417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6327" autoAdjust="0"/>
  </p:normalViewPr>
  <p:slideViewPr>
    <p:cSldViewPr snapToGrid="0">
      <p:cViewPr varScale="1">
        <p:scale>
          <a:sx n="98" d="100"/>
          <a:sy n="98" d="100"/>
        </p:scale>
        <p:origin x="532" y="12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6/22/2025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3296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4107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7548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9982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5589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01789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200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iconape.com/university-of-dhaka-logo-logo-icon-svg-png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algn="ctr"/>
            <a:r>
              <a:rPr lang="en-US" dirty="0"/>
              <a:t>Dhaka Polytechnic Institute</a:t>
            </a:r>
            <a:br>
              <a:rPr lang="en-US" dirty="0"/>
            </a:br>
            <a:r>
              <a:rPr lang="en-US" sz="3200" dirty="0"/>
              <a:t>Computer Science &amp; Technology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Project Work-2</a:t>
            </a:r>
            <a:br>
              <a:rPr lang="en-US" sz="3200" dirty="0"/>
            </a:br>
            <a:br>
              <a:rPr lang="en-US" sz="3200" dirty="0"/>
            </a:br>
            <a:br>
              <a:rPr lang="en-US" sz="3200" dirty="0"/>
            </a:br>
            <a:r>
              <a:rPr lang="en-US" sz="3200" u="sng" dirty="0"/>
              <a:t>Project Name:</a:t>
            </a:r>
            <a:r>
              <a:rPr lang="en-GB" sz="3200" u="sng" dirty="0"/>
              <a:t>Design and develop a License Plate Recognition (LPR) System</a:t>
            </a:r>
            <a:br>
              <a:rPr lang="en-GB" sz="3200" u="sng" dirty="0"/>
            </a:br>
            <a:br>
              <a:rPr lang="en-GB" sz="3200" u="sng" dirty="0"/>
            </a:br>
            <a:r>
              <a:rPr lang="en-GB" sz="3200" dirty="0"/>
              <a:t>Submitted By:							Submitted To:		</a:t>
            </a:r>
            <a:br>
              <a:rPr lang="en-GB" sz="3200" dirty="0"/>
            </a:br>
            <a:r>
              <a:rPr lang="en-GB" sz="3200" dirty="0"/>
              <a:t>7th/1st/A/</a:t>
            </a:r>
            <a:r>
              <a:rPr lang="en-US" sz="3200" dirty="0"/>
              <a:t> Group-4 </a:t>
            </a:r>
            <a:r>
              <a:rPr lang="en-GB" sz="3200" dirty="0"/>
              <a:t>									</a:t>
            </a:r>
            <a:br>
              <a:rPr lang="en-GB" sz="3200" dirty="0"/>
            </a:br>
            <a:r>
              <a:rPr lang="en-GB" sz="3200" dirty="0"/>
              <a:t>1. Md Yeamin Hossain Fuhad(641367)		</a:t>
            </a:r>
            <a:r>
              <a:rPr lang="en-GB" sz="3200" dirty="0" err="1"/>
              <a:t>Afroja</a:t>
            </a:r>
            <a:r>
              <a:rPr lang="en-GB" sz="3200" dirty="0"/>
              <a:t> Begum		</a:t>
            </a:r>
            <a:br>
              <a:rPr lang="en-GB" sz="3200" dirty="0"/>
            </a:br>
            <a:r>
              <a:rPr lang="en-GB" sz="3200" dirty="0"/>
              <a:t>2. Md </a:t>
            </a:r>
            <a:r>
              <a:rPr lang="en-GB" sz="3200" dirty="0" err="1"/>
              <a:t>Mostofa</a:t>
            </a:r>
            <a:r>
              <a:rPr lang="en-GB" sz="3200" dirty="0"/>
              <a:t> Ahmed(658697)			    Instructor		</a:t>
            </a:r>
            <a:br>
              <a:rPr lang="en-GB" sz="3200" dirty="0"/>
            </a:br>
            <a:r>
              <a:rPr lang="en-GB" sz="3200" dirty="0"/>
              <a:t>3. Md Fahim(658700)				             CST,DPI 		</a:t>
            </a:r>
            <a:br>
              <a:rPr lang="en-GB" sz="3200" dirty="0"/>
            </a:br>
            <a:r>
              <a:rPr lang="en-GB" sz="3200" dirty="0"/>
              <a:t>4. Tania </a:t>
            </a:r>
            <a:r>
              <a:rPr lang="en-GB" sz="3200" dirty="0" err="1"/>
              <a:t>Akther</a:t>
            </a:r>
            <a:r>
              <a:rPr lang="en-GB" sz="3200" dirty="0"/>
              <a:t>(658696)								</a:t>
            </a:r>
            <a:br>
              <a:rPr lang="en-GB" sz="3200" dirty="0"/>
            </a:br>
            <a:r>
              <a:rPr lang="en-GB" sz="3200" dirty="0"/>
              <a:t>5. </a:t>
            </a:r>
            <a:r>
              <a:rPr lang="en-GB" sz="3200" dirty="0" err="1"/>
              <a:t>Antora</a:t>
            </a:r>
            <a:r>
              <a:rPr lang="en-GB" sz="3200" dirty="0"/>
              <a:t> Rani Das(658680)								</a:t>
            </a:r>
            <a:endParaRPr lang="en-US" sz="32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715829-465E-46A1-A27C-0F91BD460800}"/>
              </a:ext>
            </a:extLst>
          </p:cNvPr>
          <p:cNvSpPr/>
          <p:nvPr/>
        </p:nvSpPr>
        <p:spPr>
          <a:xfrm>
            <a:off x="285345" y="123218"/>
            <a:ext cx="1005191" cy="1005191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rcRect/>
            <a:stretch>
              <a:fillRect/>
            </a:stretch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as-IN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ভূমিকা</a:t>
            </a: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950" y="2864898"/>
            <a:ext cx="10962100" cy="3709987"/>
          </a:xfrm>
        </p:spPr>
        <p:txBody>
          <a:bodyPr tIns="457200"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LPR </a:t>
            </a: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সিস্টেম একটি বুদ্ধিমান প্রযুক্তি যা গাড়ির নম্বর প্লেট সনাক্ত করে।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এটি চিত্র প্রক্রিয়াকরণ (</a:t>
            </a:r>
            <a:r>
              <a:rPr lang="en-US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Image Processing) </a:t>
            </a: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ও কৃত্রিম বুদ্ধিমত্তা (</a:t>
            </a:r>
            <a:r>
              <a:rPr lang="en-US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AI) </a:t>
            </a: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ব্যবহার করে কাজ করে।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যানবাহন নিয়ন্ত্রণ, নিরাপত্তার ক্ষেত্রে  ব্যবহৃত হয়।</a:t>
            </a:r>
          </a:p>
          <a:p>
            <a:pPr marL="0" indent="0">
              <a:buNone/>
            </a:pP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LPR </a:t>
            </a:r>
            <a:r>
              <a:rPr lang="as-IN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এর উদ্দেশ্য</a:t>
            </a: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281238"/>
            <a:ext cx="6788150" cy="3709987"/>
          </a:xfrm>
        </p:spPr>
        <p:txBody>
          <a:bodyPr tIns="457200"/>
          <a:lstStyle/>
          <a:p>
            <a:pPr>
              <a:buFont typeface="Arial" panose="020B0604020202020204" pitchFamily="34" charset="0"/>
              <a:buChar char="•"/>
            </a:pP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গাড়ির নম্বর সনাক্তকরণ ও রেকর্ড সংরক্ষণ।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নিরাপত্তা ব্যবস্থায় সহায়তা।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ট্রাফিক ম্যানেজমেন্টে ব্যবহার।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পার্কিং সিস্টেম অটোমেশন।</a:t>
            </a:r>
          </a:p>
          <a:p>
            <a:pPr marL="0" indent="0">
              <a:buNone/>
            </a:pP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157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593507"/>
          </a:xfrm>
        </p:spPr>
        <p:txBody>
          <a:bodyPr/>
          <a:lstStyle/>
          <a:p>
            <a:r>
              <a:rPr lang="as-IN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কীভাবে কাজ করে?</a:t>
            </a: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704290"/>
            <a:ext cx="11227989" cy="3669557"/>
          </a:xfrm>
        </p:spPr>
        <p:txBody>
          <a:bodyPr tIns="457200">
            <a:normAutofit/>
          </a:bodyPr>
          <a:lstStyle/>
          <a:p>
            <a:pPr>
              <a:buFont typeface="+mj-lt"/>
              <a:buAutoNum type="arabicPeriod"/>
            </a:pPr>
            <a:r>
              <a:rPr lang="as-IN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ইমেজ ক্যাপচার</a:t>
            </a: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– ক্যামেরার মাধ্যমে গাড়ির ছবি তোলা।</a:t>
            </a:r>
          </a:p>
          <a:p>
            <a:pPr>
              <a:buFont typeface="+mj-lt"/>
              <a:buAutoNum type="arabicPeriod"/>
            </a:pPr>
            <a:r>
              <a:rPr lang="as-IN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প্রি-প্রসেসিং</a:t>
            </a: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– ছবির মান উন্নয়ন (গ্রেস্কেল, ব্লার ফিল্টার ইত্যাদি)।</a:t>
            </a:r>
          </a:p>
          <a:p>
            <a:pPr>
              <a:buFont typeface="+mj-lt"/>
              <a:buAutoNum type="arabicPeriod"/>
            </a:pPr>
            <a:r>
              <a:rPr lang="as-IN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প্লেট লোকালাইজেশন</a:t>
            </a: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– ছবিতে নম্বর প্লেট এরিয়া শনাক্ত করা।</a:t>
            </a:r>
          </a:p>
          <a:p>
            <a:pPr>
              <a:buFont typeface="+mj-lt"/>
              <a:buAutoNum type="arabicPeriod"/>
            </a:pPr>
            <a:r>
              <a:rPr lang="as-IN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অপ্টিক্যাল ক্যারেক্টার রিকগনিশন (</a:t>
            </a:r>
            <a:r>
              <a:rPr lang="en-US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OCR)</a:t>
            </a:r>
            <a:r>
              <a:rPr lang="en-US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– </a:t>
            </a: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সংখ্যাগুলি আলাদা করে পাঠ করা।</a:t>
            </a:r>
          </a:p>
          <a:p>
            <a:pPr>
              <a:buFont typeface="+mj-lt"/>
              <a:buAutoNum type="arabicPeriod"/>
            </a:pPr>
            <a:r>
              <a:rPr lang="as-IN" b="1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ডাটাবেসে সংরক্ষণ</a:t>
            </a: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 বা পর্যালোচনা।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4251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as-IN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ব্যবহৃত টেকনোলজি</a:t>
            </a: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Python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Tkinter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OpenCV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NumPy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Tesseract OCR + Yolo V8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as-IN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ক্যামেরা বা ভিডিও ফিড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10975070" cy="1593507"/>
          </a:xfrm>
        </p:spPr>
        <p:txBody>
          <a:bodyPr/>
          <a:lstStyle/>
          <a:p>
            <a:r>
              <a:rPr lang="as-IN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বাস্তব প্রয়োগ (</a:t>
            </a:r>
            <a:r>
              <a:rPr lang="en-US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Practical Demo Overview)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4360" y="2704290"/>
            <a:ext cx="9325583" cy="3669557"/>
          </a:xfrm>
        </p:spPr>
        <p:txBody>
          <a:bodyPr tIns="457200">
            <a:normAutofit/>
          </a:bodyPr>
          <a:lstStyle/>
          <a:p>
            <a:pPr marL="0" indent="0">
              <a:buNone/>
            </a:pPr>
            <a:r>
              <a:rPr lang="as-IN" b="1" u="sng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ধাপসমূহ:</a:t>
            </a:r>
          </a:p>
          <a:p>
            <a:pPr>
              <a:buFont typeface="+mj-lt"/>
              <a:buAutoNum type="arabicPeriod"/>
            </a:pP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একটি গাড়ির ছবি ইনপুট হিসেবে নেওয়া হয়।</a:t>
            </a:r>
          </a:p>
          <a:p>
            <a:pPr>
              <a:buFont typeface="+mj-lt"/>
              <a:buAutoNum type="arabicPeriod"/>
            </a:pP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ছবির উপর </a:t>
            </a:r>
            <a:r>
              <a:rPr lang="en-US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OpenCV </a:t>
            </a: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দিয়ে প্রি-প্রসেসিং করা হয়।</a:t>
            </a:r>
          </a:p>
          <a:p>
            <a:pPr>
              <a:buFont typeface="+mj-lt"/>
              <a:buAutoNum type="arabicPeriod"/>
            </a:pP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প্লেট এরিয়া এক্সট্র্যাক্ট করা হয়।</a:t>
            </a:r>
          </a:p>
          <a:p>
            <a:pPr>
              <a:buFont typeface="+mj-lt"/>
              <a:buAutoNum type="arabicPeriod"/>
            </a:pPr>
            <a:r>
              <a:rPr lang="en-US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Tesseract OCR </a:t>
            </a: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দিয়ে নম্বর পড়া হয়।</a:t>
            </a:r>
          </a:p>
          <a:p>
            <a:pPr>
              <a:buFont typeface="+mj-lt"/>
              <a:buAutoNum type="arabicPeriod"/>
            </a:pPr>
            <a:r>
              <a:rPr lang="as-IN" dirty="0">
                <a:solidFill>
                  <a:schemeClr val="bg1"/>
                </a:solidFill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ফলাফল টেক্সট আকারে দেখানো হয়।</a:t>
            </a:r>
          </a:p>
        </p:txBody>
      </p:sp>
    </p:spTree>
    <p:extLst>
      <p:ext uri="{BB962C8B-B14F-4D97-AF65-F5344CB8AC3E}">
        <p14:creationId xmlns:p14="http://schemas.microsoft.com/office/powerpoint/2010/main" val="3243349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10975070" cy="1593507"/>
          </a:xfrm>
        </p:spPr>
        <p:txBody>
          <a:bodyPr/>
          <a:lstStyle/>
          <a:p>
            <a:r>
              <a:rPr lang="as-IN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ডেমো কোডের অংশ</a:t>
            </a: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ED6BA6-FFD7-4AE0-9619-547D1B14F02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326" y="2302212"/>
            <a:ext cx="8991348" cy="4486891"/>
          </a:xfrm>
        </p:spPr>
      </p:pic>
    </p:spTree>
    <p:extLst>
      <p:ext uri="{BB962C8B-B14F-4D97-AF65-F5344CB8AC3E}">
        <p14:creationId xmlns:p14="http://schemas.microsoft.com/office/powerpoint/2010/main" val="303050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as-IN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ডেমো স্ক্রিনশট</a:t>
            </a: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1553B02-EA6D-4BD4-B2CA-671CD6CDC954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88506" y="278129"/>
            <a:ext cx="4957592" cy="2658896"/>
          </a:xfr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8549FBD-0091-4A1D-8C06-90676B584207}"/>
              </a:ext>
            </a:extLst>
          </p:cNvPr>
          <p:cNvSpPr/>
          <p:nvPr/>
        </p:nvSpPr>
        <p:spPr>
          <a:xfrm>
            <a:off x="7198468" y="1693225"/>
            <a:ext cx="544748" cy="585092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19A804E-A8D3-42AA-97F6-F3A9E32C155B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" y="3429000"/>
            <a:ext cx="5525614" cy="2920373"/>
          </a:xfrm>
        </p:spPr>
      </p:pic>
      <p:pic>
        <p:nvPicPr>
          <p:cNvPr id="14" name="Content Placeholder 12">
            <a:extLst>
              <a:ext uri="{FF2B5EF4-FFF2-40B4-BE49-F238E27FC236}">
                <a16:creationId xmlns:a16="http://schemas.microsoft.com/office/drawing/2014/main" id="{FB9597B0-B005-4D16-B7FF-7B2EBD11AC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38779" y="3428999"/>
            <a:ext cx="5457047" cy="292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as-IN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চ্যালেঞ্জ</a:t>
            </a: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as-IN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ঝাপসা বা গা </a:t>
            </a:r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dark </a:t>
            </a:r>
            <a:r>
              <a:rPr lang="as-IN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ছবি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প্লেটের বিভিন্ন ফন্ট বা ভাষা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পরিবেশের আলো</a:t>
            </a:r>
          </a:p>
          <a:p>
            <a:pPr marL="0" indent="0">
              <a:buNone/>
            </a:pPr>
            <a:endParaRPr lang="en-US" sz="2800" b="1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3028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as-IN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সমাধান ও ভবিষ্যৎ উন্নয়ন</a:t>
            </a: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as-IN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উন্নত মডেল ও ট্রেনিং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ডিপ লার্নিং (</a:t>
            </a:r>
            <a:r>
              <a:rPr lang="en-US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YOLO, CNN)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ক্লাউড ডেটাবেসে সংরক্ষণ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sz="28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রিয়েল-টাইম ভিডিও বিশ্লেষণ</a:t>
            </a:r>
          </a:p>
          <a:p>
            <a:pPr marL="0" indent="0">
              <a:buNone/>
            </a:pPr>
            <a:endParaRPr lang="en-US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63498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as-IN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উপসংহার</a:t>
            </a:r>
            <a:endParaRPr lang="en-US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52800" y="2281238"/>
            <a:ext cx="8754894" cy="3700462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LPR </a:t>
            </a:r>
            <a:r>
              <a:rPr lang="as-IN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একটি সময়োপযোগী ও কার্যকর প্রযুক্তি।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যানবাহন নিয়ন্ত্রণ ও নিরাপত্তা ব্যবস্থায় এর ভূমিকা গুরুত্বপূর্ণ।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as-IN" sz="2400" b="1" dirty="0">
                <a:latin typeface="Nirmala UI" panose="020B0502040204020203" pitchFamily="34" charset="0"/>
                <a:ea typeface="Nirmala UI" panose="020B0502040204020203" pitchFamily="34" charset="0"/>
                <a:cs typeface="Nirmala UI" panose="020B0502040204020203" pitchFamily="34" charset="0"/>
              </a:rPr>
              <a:t>বাস্তবিক প্রয়োগ সহজ এবং কম খরচে সম্ভব।</a:t>
            </a:r>
          </a:p>
          <a:p>
            <a:pPr marL="0" indent="0">
              <a:buNone/>
            </a:pPr>
            <a:endParaRPr lang="en-US" sz="2800" b="1" dirty="0">
              <a:latin typeface="Nirmala UI" panose="020B0502040204020203" pitchFamily="34" charset="0"/>
              <a:ea typeface="Nirmala UI" panose="020B0502040204020203" pitchFamily="34" charset="0"/>
              <a:cs typeface="Nirmala UI" panose="020B050204020402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61602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734F0-2DDD-AF70-F13D-F9E4C19294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94360" y="4549552"/>
            <a:ext cx="5486400" cy="164592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Group-04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96</TotalTime>
  <Words>398</Words>
  <Application>Microsoft Office PowerPoint</Application>
  <PresentationFormat>Widescreen</PresentationFormat>
  <Paragraphs>59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Franklin Gothic Book</vt:lpstr>
      <vt:lpstr>Franklin Gothic Demi</vt:lpstr>
      <vt:lpstr>Nirmala UI</vt:lpstr>
      <vt:lpstr>Custom</vt:lpstr>
      <vt:lpstr>Dhaka Polytechnic Institute Computer Science &amp; Technology  Project Work-2   Project Name:Design and develop a License Plate Recognition (LPR) System  Submitted By:       Submitted To:   7th/1st/A/ Group-4           1. Md Yeamin Hossain Fuhad(641367)  Afroja Begum   2. Md Mostofa Ahmed(658697)       Instructor   3. Md Fahim(658700)                 CST,DPI    4. Tania Akther(658696)         5. Antora Rani Das(658680)        </vt:lpstr>
      <vt:lpstr>ভূমিকা</vt:lpstr>
      <vt:lpstr>LPR এর উদ্দেশ্য</vt:lpstr>
      <vt:lpstr>কীভাবে কাজ করে?</vt:lpstr>
      <vt:lpstr>ব্যবহৃত টেকনোলজি</vt:lpstr>
      <vt:lpstr>বাস্তব প্রয়োগ (Practical Demo Overview)</vt:lpstr>
      <vt:lpstr>ডেমো কোডের অংশ</vt:lpstr>
      <vt:lpstr>ডেমো স্ক্রিনশট</vt:lpstr>
      <vt:lpstr>চ্যালেঞ্জ</vt:lpstr>
      <vt:lpstr>সমাধান ও ভবিষ্যৎ উন্নয়ন</vt:lpstr>
      <vt:lpstr>উপসংহার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Dhaka Polytechnic Institute  Computer Science &amp; Technology Project Work-2  Project Name:Design and develop a License Plate Recognition (LPR) System  Submitted By: 7th/1st/A 1. Md Yeamin Hossain Fuhad(641367)</dc:title>
  <dc:creator>Yeamin Hossain Fuhad</dc:creator>
  <cp:lastModifiedBy>Yeamin Hossain Fuhad</cp:lastModifiedBy>
  <cp:revision>16</cp:revision>
  <dcterms:created xsi:type="dcterms:W3CDTF">2025-06-21T04:23:06Z</dcterms:created>
  <dcterms:modified xsi:type="dcterms:W3CDTF">2025-06-22T02:23:13Z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